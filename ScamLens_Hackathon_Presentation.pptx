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91C8FF"/>
                </a:solidFill>
              </a:defRPr>
            </a:pPr>
            <a:r>
              <a:t>AI-Assisted Cyber Scam Detection &amp; Awareness</a:t>
            </a:r>
          </a:p>
          <a:p>
            <a:r>
              <a:t>Hackathon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926080"/>
            <a:ext cx="2560320" cy="73152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Online scams are increasingly convincing and harder to spot for everyday users.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Users often click phishing links, trust fake SMS messages, or fall for urgent payment requests.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There is a need for a simple, educational security checker that is easy to use on any device.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Scam awareness should be quick, accessible, and understandable without technical expertise.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ScamLens is a browser-based demo that analyzes suspicious URLs, SMS, email content, and screenshots.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It looks for warning signs such as urgency, fake rewards, OTP requests, impersonation, and suspicious domains.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It gives clear, easy-to-understand guidance instead of raw technical jargon.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It includes a cyber-safety assistant for quick educational answers.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52B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URL Analyzer: checks for HTTPS issues, IP-based links, brand impersonation, and suspicious domains.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SMS Analyzer: detects fake prize scams, OTP fraud, urgency-based attacks, and social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Email Analyzer: reviews sender details, tone, links, and urgency patterns in email content.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Screenshot Analyzer: helps users inspect suspicious message or webpage text without sending the image to a server.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Cyber AI Assistant: answers common cybersecurity questions in plain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EB8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9C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Each analyzer uses pattern-based checks against suspicious indicators and risky wording.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The system highlights risk level: High Risk, Use Caution, or Low Risk.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Users see a simple explanation and safety advice, making the app educational and approachable.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The app stores recent checks locally in the browser for easy review and learning.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9C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44A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1. User enters a suspicious URL, message, or email.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2. ScamLens evaluates the text against scam patterns and phishing indicators.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3. It displays the result with clear reasoning and suggested safe actions.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4. The user can learn from the warning and avoid risky behaviour in the future.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44A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368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Impact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Protects students, employees, and everyday users from common online scams.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Improves awareness of phishing, impersonation, and OTP fraud.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Acts as a lightweight educational tool in schools, communities, and digital safety programs.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Creates a strong foundation for future expansion with real threat intelligence and OCR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368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E64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Integrate live threat-intelligence APIs and domain reputation checks.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Add OCR for screenshots and image-based scam detection.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Expand to multilingual scam analysis and browser extensions.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Offer enterprise dashboards for organizations and educational institutions.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E649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10312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ScamLens turns cyber-awareness into a practical, real-world user experience.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We aim to make scam detection simple, useful, and accessible for everyone.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Questions? Let’s build safer digital habits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828800" cy="4023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ScamLens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ScamLens Hackathon Presentation</dc:title>
  <dc:subject>Cyber scam detection and awareness</dc:subject>
  <dc:creator>Copilot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